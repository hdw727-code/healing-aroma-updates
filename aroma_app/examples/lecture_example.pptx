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</ns0: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259f4a7dc6ce498c" /><ns0:Relationship Type="http://schemas.openxmlformats.org/officeDocument/2006/relationships/extended-properties" Target="/docProps/app.xml" Id="R39006a156d154f70" /><ns0:Relationship Type="http://schemas.openxmlformats.org/officeDocument/2006/relationships/officeDocument" Target="/ppt/presentation.xml" Id="Rd156f22d22914c2e" /></ns0: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1a78a2ee25314f4c"/>
  </ns0:sldMasterIdLst>
  <ns0:notesMasterIdLst>
    <ns0:notesMasterId ns1:id="Rf0c5b5481a574ea7"/>
  </ns0:notesMasterIdLst>
  <ns0:sldIdLst>
    <ns0:sldId id="256" ns1:id="Ra33d6dbebbd94549"/>
    <ns0:sldId id="257" ns1:id="Racd6b1aa668a41d9"/>
    <ns0:sldId id="258" ns1:id="R03dcf2b0f5554dbc"/>
    <ns0:sldId id="259" ns1:id="Rf09e2fc7dabb4bda"/>
    <ns0:sldId id="260" ns1:id="Rda80c33da2ea4b0f"/>
    <ns0:sldId id="261" ns1:id="R90a23f0b90534fd9"/>
    <ns0:sldId id="262" ns1:id="R9befff4ef5d44320"/>
    <ns0:sldId id="263" ns1:id="Rf99a94a836cf4e98"/>
  </ns0:sldIdLst>
  <ns0:sldSz cx="12192000" cy="6858000"/>
  <ns0:notesSz cx="6858000" cy="9144000"/>
</ns0:presentation>
</file>

<file path=ppt/presProps.xml><?xml version="1.0" encoding="utf-8"?>
<ns0:presentationPr xmlns:ns0="http://schemas.openxmlformats.org/presentationml/2006/main" xmlns:ns1="http://schemas.microsoft.com/office/powerpoint/2010/main" xmlns:ns2="http://schemas.microsoft.com/office/powerpoint/2012/main">
  <ns0:extLst>
    <ns0:ext uri="{E76CE94A-603C-4142-B9EB-6D1370010A27}">
      <ns1:discardImageEditData val="0"/>
    </ns0:ext>
    <ns0:ext uri="{D31A062A-798A-4329-ABDD-BBA856620510}">
      <ns1:defaultImageDpi val="32767"/>
    </ns0:ext>
    <ns0:ext uri="{FD5EFAAD-0ECE-453E-9831-46B23BE46B34}">
      <ns2:chartTrackingRefBased val="1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526ce9f3694949ae" /><ns0:Relationship Type="http://schemas.openxmlformats.org/officeDocument/2006/relationships/slideMaster" Target="/ppt/slideMasters/slideMaster1.xml" Id="R1a78a2ee25314f4c" /><ns0:Relationship Type="http://schemas.openxmlformats.org/officeDocument/2006/relationships/notesMaster" Target="/ppt/notesMasters/notesMaster1.xml" Id="Rf0c5b5481a574ea7" /><ns0:Relationship Type="http://schemas.openxmlformats.org/officeDocument/2006/relationships/presProps" Target="/ppt/presProps.xml" Id="Ref84940fafce4f8c" /><ns0:Relationship Type="http://schemas.openxmlformats.org/officeDocument/2006/relationships/tableStyles" Target="/ppt/tableStyles.xml" Id="Rfe9b909428654515" /><ns0:Relationship Type="http://schemas.openxmlformats.org/officeDocument/2006/relationships/slide" Target="/ppt/slides/slide1.xml" Id="Ra33d6dbebbd94549" /><ns0:Relationship Type="http://schemas.openxmlformats.org/officeDocument/2006/relationships/slide" Target="/ppt/slides/slide2.xml" Id="Racd6b1aa668a41d9" /><ns0:Relationship Type="http://schemas.openxmlformats.org/officeDocument/2006/relationships/slide" Target="/ppt/slides/slide3.xml" Id="R03dcf2b0f5554dbc" /><ns0:Relationship Type="http://schemas.openxmlformats.org/officeDocument/2006/relationships/slide" Target="/ppt/slides/slide4.xml" Id="Rf09e2fc7dabb4bda" /><ns0:Relationship Type="http://schemas.openxmlformats.org/officeDocument/2006/relationships/slide" Target="/ppt/slides/slide5.xml" Id="Rda80c33da2ea4b0f" /><ns0:Relationship Type="http://schemas.openxmlformats.org/officeDocument/2006/relationships/slide" Target="/ppt/slides/slide6.xml" Id="R90a23f0b90534fd9" /><ns0:Relationship Type="http://schemas.openxmlformats.org/officeDocument/2006/relationships/slide" Target="/ppt/slides/slide7.xml" Id="R9befff4ef5d44320" /><ns0:Relationship Type="http://schemas.openxmlformats.org/officeDocument/2006/relationships/slide" Target="/ppt/slides/slide8.xml" Id="Rf99a94a836cf4e98" /></ns0:Relationships>
</file>

<file path=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/ppt/notesMasters/theme/theme3.xml" Id="Rcb319697e9794c7e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2"/>
          <ns0:cNvSpPr/>
          <ns0:nvPr>
            <ns0:ph type="hdr" sz="quarter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3" name="Shape 3"/>
          <ns0:cNvSpPr/>
          <ns0:nvPr>
            <ns0:ph type="dt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4" name="Shape 4"/>
          <ns0:cNvSpPr/>
          <ns0:nvPr>
            <ns0:ph type="sldImg" idx="2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5" name="Shape 5"/>
          <ns0:cNvSpPr/>
          <ns0:nvPr>
            <ns0:ph type="body" sz="quarter" idx="3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6" name="Shape 6"/>
          <ns0:cNvSpPr/>
          <ns0:nvPr>
            <ns0:ph type="ftr" sz="quarter" idx="4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7" name="Shape 7"/>
          <ns0:cNvSpPr/>
          <ns0:nvPr>
            <ns0:ph type="sldNum" sz="quarter" idx="5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/>
    </ns1:lvl1pPr>
  </ns0:notesStyle>
</ns0:notesMaster>
</file>

<file path=ppt/notesMasters/theme/theme3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Calibri Light"/>
        <ns0:ea typeface="Calibri Light"/>
        <ns0:cs typeface="Calibri Light"/>
      </ns0:majorFont>
      <ns0:minorFont>
        <ns0:latin typeface="Calibri"/>
        <ns0:ea typeface="Calibri"/>
        <ns0:cs typeface="Calibri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/ppt/slides/slide1.xml" Id="R7152a851de9e4839" /><ns0:Relationship Type="http://schemas.openxmlformats.org/officeDocument/2006/relationships/notesMaster" Target="/ppt/notesMasters/notesMaster1.xml" Id="R3f0053fe705947cd" /></ns0:Relationships>
</file>

<file path=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/ppt/slides/slide2.xml" Id="R88d49cc425844835" /><ns0:Relationship Type="http://schemas.openxmlformats.org/officeDocument/2006/relationships/notesMaster" Target="/ppt/notesMasters/notesMaster1.xml" Id="R1f7436d41449447f" /></ns0:Relationships>
</file>

<file path=ppt/notesSlides/_rels/notesSlide3.xml.rels><?xml version='1.0' encoding='utf-8'?>
<ns0:Relationships xmlns:ns0="http://schemas.openxmlformats.org/package/2006/relationships"><ns0:Relationship Type="http://schemas.openxmlformats.org/officeDocument/2006/relationships/slide" Target="/ppt/slides/slide3.xml" Id="R5af47ed48ef8418d" /><ns0:Relationship Type="http://schemas.openxmlformats.org/officeDocument/2006/relationships/notesMaster" Target="/ppt/notesMasters/notesMaster1.xml" Id="R1d22f3aefce4449c" /></ns0:Relationships>
</file>

<file path=ppt/notesSlides/_rels/notesSlide4.xml.rels><?xml version='1.0' encoding='utf-8'?>
<ns0:Relationships xmlns:ns0="http://schemas.openxmlformats.org/package/2006/relationships"><ns0:Relationship Type="http://schemas.openxmlformats.org/officeDocument/2006/relationships/slide" Target="/ppt/slides/slide4.xml" Id="R120da4546d454ef1" /><ns0:Relationship Type="http://schemas.openxmlformats.org/officeDocument/2006/relationships/notesMaster" Target="/ppt/notesMasters/notesMaster1.xml" Id="Rbf398b5a58eb45d7" /></ns0:Relationships>
</file>

<file path=ppt/notesSlides/_rels/notesSlide5.xml.rels><?xml version='1.0' encoding='utf-8'?>
<ns0:Relationships xmlns:ns0="http://schemas.openxmlformats.org/package/2006/relationships"><ns0:Relationship Type="http://schemas.openxmlformats.org/officeDocument/2006/relationships/slide" Target="/ppt/slides/slide5.xml" Id="R2ccbb345c4b84f24" /><ns0:Relationship Type="http://schemas.openxmlformats.org/officeDocument/2006/relationships/notesMaster" Target="/ppt/notesMasters/notesMaster1.xml" Id="R6b1adc7ce5754b92" /></ns0:Relationships>
</file>

<file path=ppt/notesSlides/_rels/notesSlide6.xml.rels><?xml version='1.0' encoding='utf-8'?>
<ns0:Relationships xmlns:ns0="http://schemas.openxmlformats.org/package/2006/relationships"><ns0:Relationship Type="http://schemas.openxmlformats.org/officeDocument/2006/relationships/slide" Target="/ppt/slides/slide6.xml" Id="R1ba4352df445434c" /><ns0:Relationship Type="http://schemas.openxmlformats.org/officeDocument/2006/relationships/notesMaster" Target="/ppt/notesMasters/notesMaster1.xml" Id="R4a9555fec0ed4895" /></ns0:Relationships>
</file>

<file path=ppt/notesSlides/_rels/notesSlide7.xml.rels><?xml version='1.0' encoding='utf-8'?>
<ns0:Relationships xmlns:ns0="http://schemas.openxmlformats.org/package/2006/relationships"><ns0:Relationship Type="http://schemas.openxmlformats.org/officeDocument/2006/relationships/slide" Target="/ppt/slides/slide7.xml" Id="R95a8eb1bb3654f6b" /><ns0:Relationship Type="http://schemas.openxmlformats.org/officeDocument/2006/relationships/notesMaster" Target="/ppt/notesMasters/notesMaster1.xml" Id="R820fb5b7d2f7464d" /></ns0:Relationships>
</file>

<file path=ppt/notesSlides/_rels/notesSlide8.xml.rels><?xml version='1.0' encoding='utf-8'?>
<ns0:Relationships xmlns:ns0="http://schemas.openxmlformats.org/package/2006/relationships"><ns0:Relationship Type="http://schemas.openxmlformats.org/officeDocument/2006/relationships/slide" Target="/ppt/slides/slide8.xml" Id="R3d47bdf52bc94149" /><ns0:Relationship Type="http://schemas.openxmlformats.org/officeDocument/2006/relationships/notesMaster" Target="/ppt/notesMasters/notesMaster1.xml" Id="R7b40852fa569442e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2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Shape 3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hape 4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2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Shape 3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hape 4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2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Shape 3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hape 4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2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Shape 3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hape 4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2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Shape 3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hape 4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2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Shape 3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hape 4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2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Shape 3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hape 4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2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Shape 3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hape 4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0f3b1f8780f4447c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>
  <ns0:cSld name="Title Slide">
    <ns0:spTree>
      <ns0:nvGrpSpPr>
        <ns0:cNvPr id="1" name=""/>
        <ns0:cNvGrpSpPr/>
        <ns0:nvPr/>
      </ns0:nvGrpSpPr>
      <ns0:grpSpPr>
        <ns1:xfrm/>
      </ns0:grpSpPr>
    </ns0:spTree>
  </ns0:cSld>
</ns0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c80484b11f754068" /><ns0:Relationship Type="http://schemas.openxmlformats.org/officeDocument/2006/relationships/slideLayout" Target="/ppt/slideLayouts/slideLayout1.xml" Id="R961011a4cc8044fd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 name="Master"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/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961011a4cc8044fd"/>
  </ns0:sldLayoutIdLst>
  <ns0:txStyles>
    <ns0:titleStyle>
      <ns1:lvl1pPr algn="l">
        <ns1:lnSpc>
          <ns1:spcPct val="90000"/>
        </ns1:lnSpc>
        <ns1:spcBef>
          <ns1:spcPts val="0"/>
        </ns1:spcBef>
        <ns1:buNone/>
        <ns1:defRPr sz="4400">
          <ns1:solidFill>
            <ns1:schemeClr val="tx1"/>
          </ns1:solidFill>
          <ns1:latin typeface="+mj-lt"/>
          <ns1:ea typeface="+mj-lt"/>
          <ns1:cs typeface="+mj-lt"/>
        </ns1:defRPr>
      </ns1:lvl1pPr>
    </ns0:titleStyle>
    <ns0:bodyStyle>
      <ns1:lvl1pPr marL="228600" indent="-228600" algn="l">
        <ns1:lnSpc>
          <ns1:spcPct val="90000"/>
        </ns1:lnSpc>
        <ns1:spcBef>
          <ns1:spcPts val="1000"/>
        </ns1:spcBef>
        <ns1:buChar char="•"/>
        <ns1:defRPr sz="2800">
          <ns1:solidFill>
            <ns1:schemeClr val="tx1"/>
          </ns1:solidFill>
          <ns1:latin typeface="+mn-lt"/>
          <ns1:ea typeface="+mn-lt"/>
          <ns1:cs typeface="+mn-lt"/>
        </ns1:defRPr>
      </ns1:lvl1pPr>
      <ns1:lvl2pPr marL="685800" indent="-228600" algn="l">
        <ns1:lnSpc>
          <ns1:spcPct val="90000"/>
        </ns1:lnSpc>
        <ns1:spcBef>
          <ns1:spcPts val="500"/>
        </ns1:spcBef>
        <ns1:buChar char="•"/>
        <ns1:defRPr sz="2400">
          <ns1:solidFill>
            <ns1:schemeClr val="tx1"/>
          </ns1:solidFill>
          <ns1:latin typeface="+mn-lt"/>
          <ns1:ea typeface="+mn-lt"/>
          <ns1:cs typeface="+mn-lt"/>
        </ns1:defRPr>
      </ns1:lvl2pPr>
      <ns1:lvl3pPr marL="1143000" indent="-228600" algn="l">
        <ns1:lnSpc>
          <ns1:spcPct val="90000"/>
        </ns1:lnSpc>
        <ns1:spcBef>
          <ns1:spcPts val="500"/>
        </ns1:spcBef>
        <ns1:buChar char="•"/>
        <ns1:defRPr sz="2000">
          <ns1:solidFill>
            <ns1:schemeClr val="tx1"/>
          </ns1:solidFill>
          <ns1:latin typeface="+mn-lt"/>
          <ns1:ea typeface="+mn-lt"/>
          <ns1:cs typeface="+mn-lt"/>
        </ns1:defRPr>
      </ns1:lvl3pPr>
      <ns1:lvl4pPr marL="16002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4pPr>
      <ns1:lvl5pPr marL="20574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5pPr>
      <ns1:lvl6pPr marL="25146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6pPr>
      <ns1:lvl7pPr marL="29718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7pPr>
      <ns1:lvl8pPr marL="34290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8pPr>
      <ns1:lvl9pPr marL="38862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9pPr>
    </ns0:bodyStyle>
    <ns0:otherStyle>
      <ns1:lvl1pPr marL="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1pPr>
      <ns1:lvl2pPr marL="4572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2pPr>
      <ns1:lvl3pPr marL="9144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3pPr>
      <ns1:lvl4pPr marL="13716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4pPr>
      <ns1:lvl5pPr marL="18288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5pPr>
      <ns1:lvl6pPr marL="22860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6pPr>
      <ns1:lvl7pPr marL="27432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7pPr>
      <ns1:lvl8pPr marL="32004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8pPr>
      <ns1:lvl9pPr marL="36576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9pPr>
    </ns0:otherStyle>
  </ns0:txStyles>
</ns0:sldMaster>
</file>

<file path=ppt/slideMasters/theme/theme2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Calibri Light"/>
        <ns0:ea typeface="Calibri Light"/>
        <ns0:cs typeface="Calibri Light"/>
      </ns0:majorFont>
      <ns0:minorFont>
        <ns0:latin typeface="Calibri"/>
        <ns0:ea typeface="Calibri"/>
        <ns0:cs typeface="Calibri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c31b84a2d6f4dfc" /><ns0:Relationship Type="http://schemas.openxmlformats.org/officeDocument/2006/relationships/notesSlide" Target="/ppt/notesSlides/notesSlide1.xml" Id="Ra1f8da59b8ae48e9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1e1ac1097784a0f" /><ns0:Relationship Type="http://schemas.openxmlformats.org/officeDocument/2006/relationships/notesSlide" Target="/ppt/notesSlides/notesSlide2.xml" Id="Rc1ec03e83c634d24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6e9229ab0fa4556" /><ns0:Relationship Type="http://schemas.openxmlformats.org/officeDocument/2006/relationships/notesSlide" Target="/ppt/notesSlides/notesSlide3.xml" Id="R36d102d6e64541a9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d5fed22653c4a67" /><ns0:Relationship Type="http://schemas.openxmlformats.org/officeDocument/2006/relationships/notesSlide" Target="/ppt/notesSlides/notesSlide4.xml" Id="R7f7af809c3064c68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51137207f934033" /><ns0:Relationship Type="http://schemas.openxmlformats.org/officeDocument/2006/relationships/notesSlide" Target="/ppt/notesSlides/notesSlide5.xml" Id="R98a6b90f92894241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eb892bf21214db0" /><ns0:Relationship Type="http://schemas.openxmlformats.org/officeDocument/2006/relationships/notesSlide" Target="/ppt/notesSlides/notesSlide6.xml" Id="R558d847d90124582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3a1eb252acd4c80" /><ns0:Relationship Type="http://schemas.openxmlformats.org/officeDocument/2006/relationships/notesSlide" Target="/ppt/notesSlides/notesSlide7.xml" Id="R4dc375d43ed04937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b01474d97034738" /><ns0:Relationship Type="http://schemas.openxmlformats.org/officeDocument/2006/relationships/notesSlide" Target="/ppt/notesSlides/notesSlide8.xml" Id="R9ccbe4b4d9cc4f7e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174A3E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">
            <ns1:extLst>
              <ns1:ext uri="{FF2B5EF4-FFF2-40B4-BE49-F238E27FC236}">
                <ns2:creationId id="{72706653-77D9-4FE7-B69D-2F7FCE2325A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476375"/>
            <ns1:ext cx="10668000" cy="2095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48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48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  <ns1:p>
            <ns1:pPr>
              <ns1:defRPr sz="48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48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B3E41E27-04D8-4E7E-87B2-0DF2B9C195DC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4124325"/>
            <ns1:ext cx="102870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00" b="0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A6C18D1-280A-47DB-9D2E-7A8A86A1F225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5572125"/>
            <ns1:ext cx="10287000" cy="5143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950" b="0">
                <ns1:solidFill>
                  <ns1:srgbClr val="E5EEE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950" b="0">
                <ns1:solidFill>
                  <ns1:srgbClr val="E5EEE9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</ns0:spTree>
    <ns0:extLst>
      <ns0:ext uri="{BB962C8B-B14F-4D97-AF65-F5344CB8AC3E}">
        <ns3:creationId val="1928615170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">
            <ns1:extLst>
              <ns1:ext uri="{FF2B5EF4-FFF2-40B4-BE49-F238E27FC236}">
                <ns2:creationId id="{98D8F3DF-F30E-477F-A6F4-4C6F4E95785E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33400"/>
            <ns1:ext cx="107442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D5C9608-835B-4031-A8D9-82953A559F57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87642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1B28055F-6C8A-47DC-AF92-AB4AF1E232F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80987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84C5FF2C-2E79-42F1-A0E9-94D9BEAAFCF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74332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9777A3F-FCA9-47D2-8D49-376C040BEDE4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7677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A1458E27-B046-45F7-A6FA-CF5633FF1C78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6115050"/>
            <ns1:ext cx="381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</ns0:spTree>
    <ns0:extLst>
      <ns0:ext uri="{BB962C8B-B14F-4D97-AF65-F5344CB8AC3E}">
        <ns3:creationId val="1123524485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">
            <ns1:extLst>
              <ns1:ext uri="{FF2B5EF4-FFF2-40B4-BE49-F238E27FC236}">
                <ns2:creationId id="{9E763547-73C7-4A1C-B36F-E359A24C1086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33400"/>
            <ns1:ext cx="107442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3491E540-93EE-46A7-BEA2-3009A1CB30B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876425"/>
            <ns1:ext cx="6524625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9A7C7B32-3531-4D8A-8800-DD26175FE2AD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809875"/>
            <ns1:ext cx="6524625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C45F2FF-75CA-4F32-ADE0-00C61F85126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743325"/>
            <ns1:ext cx="6524625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6786308-2DB2-41FA-ADC9-57E3C6F149E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76775"/>
            <ns1:ext cx="6524625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76D3D05F-914F-4FC8-9B58-E1587820FE06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2286000"/>
            <ns1:ext cx="3333750" cy="1809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  <ns1:p>
            <ns1:pPr>
              <ns1:def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  <ns1:p>
            <ns1:pPr>
              <ns1:def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D0A2D0BB-CBAE-4F1F-8027-3064129B7952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6115050"/>
            <ns1:ext cx="381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</ns0:spTree>
    <ns0:extLst>
      <ns0:ext uri="{BB962C8B-B14F-4D97-AF65-F5344CB8AC3E}">
        <ns3:creationId val="172954462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">
            <ns1:extLst>
              <ns1:ext uri="{FF2B5EF4-FFF2-40B4-BE49-F238E27FC236}">
                <ns2:creationId id="{CF57F0F4-2FFA-4026-AAB4-406FE9887322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33400"/>
            <ns1:ext cx="107442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AE3A6816-9F75-4F1F-849F-D7D979899B7D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87642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12A1A815-75A2-40C7-AC1B-7D0D4529F7C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895600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8E5C6390-1657-469D-9610-5ABFE4E7CBD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1477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AA5CC05-A8DA-4BCE-AB75-2ED81F950D42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6115050"/>
            <ns1:ext cx="381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</ns0:spTree>
    <ns0:extLst>
      <ns0:ext uri="{BB962C8B-B14F-4D97-AF65-F5344CB8AC3E}">
        <ns3:creationId val="1276934611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">
            <ns1:extLst>
              <ns1:ext uri="{FF2B5EF4-FFF2-40B4-BE49-F238E27FC236}">
                <ns2:creationId id="{04BD6F24-4DF1-41D7-9A1F-6C7D31A81C63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33400"/>
            <ns1:ext cx="107442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09908A8A-23B8-4552-912A-65C3E02F2DFC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876425"/>
            <ns1:ext cx="6524625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BBF09375-8554-408E-B881-6C3D750B222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809875"/>
            <ns1:ext cx="6524625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1A2D5F28-8509-4D0A-B574-5CF0825F193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743325"/>
            <ns1:ext cx="6524625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BDFB335E-98D3-493F-984E-0AECF51F58B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76775"/>
            <ns1:ext cx="6524625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1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80BF2E2-F4FB-4075-93F8-C31001155F0A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2286000"/>
            <ns1:ext cx="3333750" cy="1809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  <ns1:p>
            <ns1:pPr>
              <ns1:def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  <ns1:p>
            <ns1:pPr>
              <ns1:def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25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D0B6593E-37B7-4BC7-A8C9-592BA5CB9F4F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6115050"/>
            <ns1:ext cx="381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</ns0:spTree>
    <ns0:extLst>
      <ns0:ext uri="{BB962C8B-B14F-4D97-AF65-F5344CB8AC3E}">
        <ns3:creationId val="670998041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">
            <ns1:extLst>
              <ns1:ext uri="{FF2B5EF4-FFF2-40B4-BE49-F238E27FC236}">
                <ns2:creationId id="{C29FDE8D-17DF-47B0-AA02-6203F8F1B588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33400"/>
            <ns1:ext cx="107442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4CCB973C-92F3-42C9-BF0B-A69461205FBD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87642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112494CE-F07E-4D59-83AF-581D80C9F45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80987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46E5FF03-4247-41D3-AC32-F86F0F02636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74332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66ADF55-A84C-4D7B-A202-F0541E331AD3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7677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FC8E22F-6937-45EC-8F84-900A529E65A3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6115050"/>
            <ns1:ext cx="381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</ns0:spTree>
    <ns0:extLst>
      <ns0:ext uri="{BB962C8B-B14F-4D97-AF65-F5344CB8AC3E}">
        <ns3:creationId val="841329587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">
            <ns1:extLst>
              <ns1:ext uri="{FF2B5EF4-FFF2-40B4-BE49-F238E27FC236}">
                <ns2:creationId id="{B79F1CCD-7901-4065-ABDC-6E91F761B072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33400"/>
            <ns1:ext cx="107442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658C9AE6-4969-4E7F-B895-0E2F2A991F1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87642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75AD28D1-6A73-42BD-B0EB-352CC365F65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80987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976C70C-41F8-46FD-9A34-ADD671ECB4C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74332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3B421903-F499-47B5-A4DC-CD2C279C945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7677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8656D018-CA83-4DEE-91A8-1C8504DFB8F2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6115050"/>
            <ns1:ext cx="381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</ns0:spTree>
    <ns0:extLst>
      <ns0:ext uri="{BB962C8B-B14F-4D97-AF65-F5344CB8AC3E}">
        <ns3:creationId val="1558270609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">
            <ns1:extLst>
              <ns1:ext uri="{FF2B5EF4-FFF2-40B4-BE49-F238E27FC236}">
                <ns2:creationId id="{97B8F805-AAD5-485E-8684-38254520D52B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33400"/>
            <ns1:ext cx="107442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3600" b="1">
                <ns1:solidFill>
                  <ns1:srgbClr val="174A3E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601695D4-F04A-45D7-9C95-B946D5F6045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87642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DAAB236-587F-414D-9F0B-4BB57C2F4514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80987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8C9A020-1425-4400-8618-25B3CDEDC77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74332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0F303FF9-9E2F-425C-AAFC-27566EE5FFF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76775"/>
            <ns1:ext cx="104775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475" b="0">
                <ns1:solidFill>
                  <ns1:srgbClr val="20372F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A7D3834D-0E87-407A-8003-F44F784936C2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6115050"/>
            <ns1:ext cx="381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800" b="0">
                <ns1:solidFill>
                  <ns1:srgbClr val="72645A"/>
                </ns1:solidFill>
                <ns1:latin typeface="Malgun Gothic"/>
                <ns1:ea typeface="Malgun Gothic"/>
                <ns1:cs typeface="Malgun Gothic"/>
              </ns1:rPr>
              <ns1:t/>
            </ns1:r>
          </ns1:p>
        </ns0:txBody>
      </ns0:sp>
    </ns0:spTree>
    <ns0:extLst>
      <ns0:ext uri="{BB962C8B-B14F-4D97-AF65-F5344CB8AC3E}">
        <ns3:creationId val="1427932535"/>
      </ns0:ext>
    </ns0:extLst>
  </ns0:cSld>
</ns0:sld>
</file>

<file path=ppt/theme/theme1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Calibri Light"/>
        <ns0:ea typeface="Calibri Light"/>
        <ns0:cs typeface="Calibri Light"/>
      </ns0:majorFont>
      <ns0:minorFont>
        <ns0:latin typeface="Calibri"/>
        <ns0:ea typeface="Calibri"/>
        <ns0:cs typeface="Calibri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docProps/app.xml><?xml version="1.0" encoding="utf-8"?>
<ns0:Properties xmlns:ns0="http://schemas.openxmlformats.org/officeDocument/2006/extended-properties">
  <ns0:Application/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ns0="http://schemas.openxmlformats.org/package/2006/metadata/core-properties"/>
</file>